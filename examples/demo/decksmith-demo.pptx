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30C9BC36-714B-4EF9-AFF7-0956426BF242}">
          <p14:sldIdLst>
            <p14:sldId id="256"/>
          </p14:sldIdLst>
        </p14:section>
        <p14:section name="Motion" id="{5BCD33C7-B7AC-4E9A-A7B6-2343AE40426D}">
          <p14:sldIdLst>
            <p14:sldId id="257"/>
            <p14:sldId id="258"/>
            <p14:sldId id="259"/>
          </p14:sldIdLst>
        </p14:section>
        <p14:section name="Navigation" id="{4AC4C13C-EA2C-4FBD-9642-3CB0A8728A28}">
          <p14:sldIdLst>
            <p14:sldId id="260"/>
          </p14:sldIdLst>
        </p14:section>
        <p14:section name="Limits" id="{2290F2C3-2200-4509-86CF-EB4102153E2D}">
          <p14:sldIdLst>
            <p14:sldId id="261"/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Wait</c:v>
                </c:pt>
              </c:strCache>
            </c:strRef>
          </c:tx>
          <c:spPr>
            <a:noFill/>
          </c:spPr>
          <c:cat>
            <c:strRef>
              <c:f>Sheet1!$A$2:$A$11</c:f>
              <c:strCache>
                <c:ptCount val="10"/>
                <c:pt idx="0">
                  <c:v>Entrance: word</c:v>
                </c:pt>
                <c:pt idx="1">
                  <c:v>Entrance: line</c:v>
                </c:pt>
                <c:pt idx="2">
                  <c:v>Marker to emphasis</c:v>
                </c:pt>
                <c:pt idx="3">
                  <c:v>Emphasis: word</c:v>
                </c:pt>
                <c:pt idx="4">
                  <c:v>Emphasis: line</c:v>
                </c:pt>
                <c:pt idx="5">
                  <c:v>Marker to exit</c:v>
                </c:pt>
                <c:pt idx="6">
                  <c:v>Exit: word</c:v>
                </c:pt>
                <c:pt idx="7">
                  <c:v>Exit: line</c:v>
                </c:pt>
                <c:pt idx="8">
                  <c:v>Emphasis: pulse</c:v>
                </c:pt>
                <c:pt idx="9">
                  <c:v>Exit: word and line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0.0</c:v>
                </c:pt>
                <c:pt idx="1">
                  <c:v>0.3</c:v>
                </c:pt>
                <c:pt idx="2">
                  <c:v>0.0</c:v>
                </c:pt>
                <c:pt idx="3">
                  <c:v>0.15</c:v>
                </c:pt>
                <c:pt idx="4">
                  <c:v>0.45</c:v>
                </c:pt>
                <c:pt idx="5">
                  <c:v>0.0</c:v>
                </c:pt>
                <c:pt idx="6">
                  <c:v>0.15</c:v>
                </c:pt>
                <c:pt idx="7">
                  <c:v>0.45</c:v>
                </c:pt>
                <c:pt idx="8">
                  <c:v>0.0</c:v>
                </c:pt>
                <c:pt idx="9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Plays</c:v>
                </c:pt>
              </c:strCache>
            </c:strRef>
          </c:tx>
          <c:spPr>
            <a:solidFill>
              <a:srgbClr val="E2522B"/>
            </a:solidFill>
          </c:spPr>
          <c:cat>
            <c:strRef>
              <c:f>Sheet1!$A$2:$A$11</c:f>
              <c:strCache>
                <c:ptCount val="10"/>
                <c:pt idx="0">
                  <c:v>Entrance: word</c:v>
                </c:pt>
                <c:pt idx="1">
                  <c:v>Entrance: line</c:v>
                </c:pt>
                <c:pt idx="2">
                  <c:v>Marker to emphasis</c:v>
                </c:pt>
                <c:pt idx="3">
                  <c:v>Emphasis: word</c:v>
                </c:pt>
                <c:pt idx="4">
                  <c:v>Emphasis: line</c:v>
                </c:pt>
                <c:pt idx="5">
                  <c:v>Marker to exit</c:v>
                </c:pt>
                <c:pt idx="6">
                  <c:v>Exit: word</c:v>
                </c:pt>
                <c:pt idx="7">
                  <c:v>Exit: line</c:v>
                </c:pt>
                <c:pt idx="8">
                  <c:v>Emphasis: pulse</c:v>
                </c:pt>
                <c:pt idx="9">
                  <c:v>Exit: word and line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0.8</c:v>
                </c:pt>
                <c:pt idx="1">
                  <c:v>0.6</c:v>
                </c:pt>
                <c:pt idx="2">
                  <c:v>0.6</c:v>
                </c:pt>
                <c:pt idx="3">
                  <c:v>0.8</c:v>
                </c:pt>
                <c:pt idx="4">
                  <c:v>0.6</c:v>
                </c:pt>
                <c:pt idx="5">
                  <c:v>0.6</c:v>
                </c:pt>
                <c:pt idx="6">
                  <c:v>0.8</c:v>
                </c:pt>
                <c:pt idx="7">
                  <c:v>0.6</c:v>
                </c:pt>
                <c:pt idx="8">
                  <c:v>0.5</c:v>
                </c:pt>
                <c:pt idx="9">
                  <c:v>0.5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"/>
        </c:scaling>
        <c:delete val="0"/>
        <c:axPos val="b"/>
        <c:majorGridlines>
          <c:spPr>
            <a:ln>
              <a:solidFill>
                <a:srgbClr val="E3E3DF"/>
              </a:solidFill>
            </a:ln>
          </c:spPr>
        </c:majorGridlines>
        <c:numFmt formatCode="0.0&quot; s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latin typeface="IBM Plex Mono"/>
              </a:defRPr>
            </a:pPr>
          </a:p>
        </c:txPr>
        <c:crossAx val="-2068027336"/>
        <c:crosses val="autoZero"/>
        <c:majorUnit val="0.2"/>
      </c:valAx>
    </c:plotArea>
    <c:dispBlanksAs val="gap"/>
  </c:chart>
  <c:txPr>
    <a:bodyPr/>
    <a:lstStyle/>
    <a:p>
      <a:pPr>
        <a:defRPr sz="1300">
          <a:solidFill>
            <a:srgbClr val="4A4A4F"/>
          </a:solidFill>
          <a:latin typeface="Work Sans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on the promise. The title floats in on its own, so the first click is yours.</a:t>
            </a:r>
          </a:p>
          <a:p>
            <a:r>
              <a:t>The photo is the object Morph will carry into the next slide; the small vermilion square is the second one. Watch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arrived by Morph: the photo shrank into its frame and the square stretched into the rule under the title. Nothing was keyframed.</a:t>
            </a:r>
          </a:p>
          <a:p>
            <a:r>
              <a:t>The rule: same name on both slides, and a name that starts with two exclamation marks forces the match even when the shapes differ. The two names are on screen in mono.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clicks build the three rows. On each, the marker moves down by a motion path and the word floats in with it, then the line fades in a beat later: the order tells the room what to read first.</a:t>
            </a:r>
          </a:p>
          <a:p>
            <a:r>
              <a:t>Click four pulses Emphasis. Click five takes Exit away, which is what exits are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chart is the real timing of the previous slide, read from the same code that wrote it, so it cannot drift from what plays.</a:t>
            </a:r>
          </a:p>
          <a:p>
            <a:r>
              <a:t>Vermilion bars are effects playing; the gap before each bar is its delay. A native chart, so it stays editable in PowerPoint.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Zoom: the frame is a live link into slide 2 that zooms in and, with return to zoom on, comes back here. Older viewers see a picture that jumps to slide 2.</a:t>
            </a:r>
          </a:p>
          <a:p>
            <a:r>
              <a:t>The vermilion line is a trigger. Click it, not the slide, to reveal the answer: useful for questions you may or may not 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honest about where this works. The left column survives Keynote, Google Slides, LibreOffice and a PDF. The right column needs PowerPoint 365 or 2019 and later.</a:t>
            </a:r>
          </a:p>
          <a:p>
            <a:r>
              <a:t>So check every deck in PowerPoint before it goes in front of people; the render script does that 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square from slide 6 grows into the whole right side: one more Morph, and the deck closes on the colour it opened with.</a:t>
            </a:r>
          </a:p>
          <a:p>
            <a:r>
              <a:t>The button jumps back to slide 1 in the show. The skill lives at the path on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926080"/>
            <a:ext cx="7863840" cy="2377440"/>
          </a:xfrm>
        </p:spPr>
        <p:txBody>
          <a:bodyPr vert="horz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92000"/>
              </a:lnSpc>
              <a:spcBef>
                <a:spcPts val="0"/>
              </a:spcBef>
              <a:buNone/>
              <a:defRPr lang="en-US" sz="6000" b="0" kern="1200" spc="-15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Deck title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5440680"/>
            <a:ext cx="6766560" cy="731520"/>
          </a:xfr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4999"/>
              </a:lnSpc>
              <a:spcBef>
                <a:spcPts val="0"/>
              </a:spcBef>
              <a:buNone/>
              <a:defRPr lang="en-US" sz="2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One-line promise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idx="10" sz="quarter"/>
          </p:nvPr>
        </p:nvSpPr>
        <p:spPr>
          <a:xfrm>
            <a:off x="685800" y="6263640"/>
            <a:ext cx="2286000" cy="274320"/>
          </a:xfrm>
        </p:spPr>
        <p:txBody>
          <a:bodyPr vert="horz" lIns="0" tIns="0" rIns="0" bIns="0" rtlCol="0" anchor="t">
            <a:normAutofit/>
          </a:bodyPr>
          <a:lstStyle/>
          <a:p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idx="11" sz="quarter"/>
          </p:nvPr>
        </p:nvSpPr>
        <p:spPr>
          <a:xfrm>
            <a:off x="4023360" y="6263640"/>
            <a:ext cx="4114800" cy="274320"/>
          </a:xfrm>
        </p:spPr>
        <p:txBody>
          <a:bodyPr vert="horz" lIns="0" tIns="0" rIns="0" bIns="0" rtlCol="0" anchor="t">
            <a:normAutofit/>
          </a:bodyPr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idx="12" sz="quarter"/>
          </p:nvPr>
        </p:nvSpPr>
        <p:spPr>
          <a:xfrm>
            <a:off x="10134295" y="6263640"/>
            <a:ext cx="1371600" cy="274320"/>
          </a:xfrm>
        </p:spPr>
        <p:txBody>
          <a:bodyPr vert="horz" lIns="0" tIns="0" rIns="0" bIns="0" rtlCol="0" anchor="t">
            <a:normAutofit/>
          </a:bodyPr>
          <a:lstStyle>
            <a:lvl1pPr algn="r"/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40080"/>
            <a:ext cx="10789920" cy="1463040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One idea, said plainly</a:t>
            </a:r>
            <a:endParaRPr lang="en-US"/>
          </a:p>
        </p:txBody>
      </p:sp>
      <p:sp>
        <p:nvSpPr>
          <p:cNvPr id="3" name="Date 2"/>
          <p:cNvSpPr>
            <a:spLocks noGrp="1"/>
          </p:cNvSpPr>
          <p:nvPr>
            <p:ph type="dt" idx="10" sz="quarter"/>
          </p:nvPr>
        </p:nvSpPr>
        <p:spPr>
          <a:xfrm>
            <a:off x="685800" y="6263640"/>
            <a:ext cx="2286000" cy="274320"/>
          </a:xfrm>
        </p:spPr>
        <p:txBody>
          <a:bodyPr vert="horz" lIns="0" tIns="0" rIns="0" bIns="0" rtlCol="0" anchor="t">
            <a:normAutofit/>
          </a:bodyPr>
          <a:lstStyle/>
          <a:p>
            <a:endParaRPr lang="en-US"/>
          </a:p>
        </p:txBody>
      </p:sp>
      <p:sp>
        <p:nvSpPr>
          <p:cNvPr id="4" name="Footer 3"/>
          <p:cNvSpPr>
            <a:spLocks noGrp="1"/>
          </p:cNvSpPr>
          <p:nvPr>
            <p:ph type="ftr" idx="11" sz="quarter"/>
          </p:nvPr>
        </p:nvSpPr>
        <p:spPr>
          <a:xfrm>
            <a:off x="4023360" y="6263640"/>
            <a:ext cx="4114800" cy="274320"/>
          </a:xfrm>
        </p:spPr>
        <p:txBody>
          <a:bodyPr vert="horz" lIns="0" tIns="0" rIns="0" bIns="0" rtlCol="0" anchor="t">
            <a:normAutofit/>
          </a:bodyPr>
          <a:lstStyle/>
          <a:p>
            <a:endParaRPr lang="en-US"/>
          </a:p>
        </p:txBody>
      </p:sp>
      <p:sp>
        <p:nvSpPr>
          <p:cNvPr id="5" name="Slide Number 4"/>
          <p:cNvSpPr>
            <a:spLocks noGrp="1"/>
          </p:cNvSpPr>
          <p:nvPr>
            <p:ph type="sldNum" idx="12" sz="quarter"/>
          </p:nvPr>
        </p:nvSpPr>
        <p:spPr>
          <a:xfrm>
            <a:off x="10134295" y="6263640"/>
            <a:ext cx="1371600" cy="274320"/>
          </a:xfrm>
        </p:spPr>
        <p:txBody>
          <a:bodyPr vert="horz" lIns="0" tIns="0" rIns="0" bIns="0" rtlCol="0" anchor="t">
            <a:normAutofit/>
          </a:bodyPr>
          <a:lstStyle>
            <a:lvl1pPr algn="r"/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40080"/>
            <a:ext cx="10789920" cy="1188720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Slide 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>
          <a:xfrm>
            <a:off x="685800" y="2103120"/>
            <a:ext cx="6583680" cy="3840480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Supporting text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idx="10" sz="quarter"/>
          </p:nvPr>
        </p:nvSpPr>
        <p:spPr>
          <a:xfrm>
            <a:off x="685800" y="6263640"/>
            <a:ext cx="2286000" cy="274320"/>
          </a:xfrm>
        </p:spPr>
        <p:txBody>
          <a:bodyPr vert="horz" lIns="0" tIns="0" rIns="0" bIns="0" rtlCol="0" anchor="t">
            <a:normAutofit/>
          </a:bodyPr>
          <a:lstStyle/>
          <a:p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idx="11" sz="quarter"/>
          </p:nvPr>
        </p:nvSpPr>
        <p:spPr>
          <a:xfrm>
            <a:off x="4023360" y="6263640"/>
            <a:ext cx="4114800" cy="274320"/>
          </a:xfrm>
        </p:spPr>
        <p:txBody>
          <a:bodyPr vert="horz" lIns="0" tIns="0" rIns="0" bIns="0" rtlCol="0" anchor="t">
            <a:normAutofit/>
          </a:bodyPr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idx="12" sz="quarter"/>
          </p:nvPr>
        </p:nvSpPr>
        <p:spPr>
          <a:xfrm>
            <a:off x="10134295" y="6263640"/>
            <a:ext cx="1371600" cy="274320"/>
          </a:xfrm>
        </p:spPr>
        <p:txBody>
          <a:bodyPr vert="horz" lIns="0" tIns="0" rIns="0" bIns="0" rtlCol="0" anchor="t">
            <a:normAutofit/>
          </a:bodyPr>
          <a:lstStyle>
            <a:lvl1pPr algn="r"/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377440"/>
            <a:ext cx="8686800" cy="1828800"/>
          </a:xfrm>
        </p:spPr>
        <p:txBody>
          <a:bodyPr vert="horz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92000"/>
              </a:lnSpc>
              <a:spcBef>
                <a:spcPts val="0"/>
              </a:spcBef>
              <a:buNone/>
              <a:defRPr lang="en-US" sz="5400" b="0" kern="1200" spc="-12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Section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6400800" cy="822960"/>
          </a:xfr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4999"/>
              </a:lnSpc>
              <a:spcBef>
                <a:spcPts val="0"/>
              </a:spcBef>
              <a:buNone/>
              <a:defRPr lang="en-US" sz="20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What this part answers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idx="10" sz="quarter"/>
          </p:nvPr>
        </p:nvSpPr>
        <p:spPr>
          <a:xfrm>
            <a:off x="685800" y="6263640"/>
            <a:ext cx="2286000" cy="274320"/>
          </a:xfrm>
        </p:spPr>
        <p:txBody>
          <a:bodyPr vert="horz" lIns="0" tIns="0" rIns="0" bIns="0" rtlCol="0" anchor="t">
            <a:normAutofit/>
          </a:bodyPr>
          <a:lstStyle/>
          <a:p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idx="11" sz="quarter"/>
          </p:nvPr>
        </p:nvSpPr>
        <p:spPr>
          <a:xfrm>
            <a:off x="4023360" y="6263640"/>
            <a:ext cx="4114800" cy="274320"/>
          </a:xfrm>
        </p:spPr>
        <p:txBody>
          <a:bodyPr vert="horz" lIns="0" tIns="0" rIns="0" bIns="0" rtlCol="0" anchor="t">
            <a:normAutofit/>
          </a:bodyPr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idx="12" sz="quarter"/>
          </p:nvPr>
        </p:nvSpPr>
        <p:spPr>
          <a:xfrm>
            <a:off x="10134295" y="6263640"/>
            <a:ext cx="1371600" cy="274320"/>
          </a:xfrm>
        </p:spPr>
        <p:txBody>
          <a:bodyPr vert="horz" lIns="0" tIns="0" rIns="0" bIns="0" rtlCol="0" anchor="t">
            <a:normAutofit/>
          </a:bodyPr>
          <a:lstStyle>
            <a:lvl1pPr algn="r"/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1"/>
          <p:cNvSpPr>
            <a:spLocks noGrp="1"/>
          </p:cNvSpPr>
          <p:nvPr>
            <p:ph type="dt" idx="10" sz="quarter"/>
          </p:nvPr>
        </p:nvSpPr>
        <p:spPr>
          <a:xfrm>
            <a:off x="685800" y="6263640"/>
            <a:ext cx="2286000" cy="274320"/>
          </a:xfrm>
        </p:spPr>
        <p:txBody>
          <a:bodyPr vert="horz" lIns="0" tIns="0" rIns="0" bIns="0" rtlCol="0" anchor="t">
            <a:normAutofit/>
          </a:bodyPr>
          <a:lstStyle/>
          <a:p>
            <a:endParaRPr lang="en-US"/>
          </a:p>
        </p:txBody>
      </p:sp>
      <p:sp>
        <p:nvSpPr>
          <p:cNvPr id="3" name="Footer 2"/>
          <p:cNvSpPr>
            <a:spLocks noGrp="1"/>
          </p:cNvSpPr>
          <p:nvPr>
            <p:ph type="ftr" idx="11" sz="quarter"/>
          </p:nvPr>
        </p:nvSpPr>
        <p:spPr>
          <a:xfrm>
            <a:off x="4023360" y="6263640"/>
            <a:ext cx="4114800" cy="274320"/>
          </a:xfrm>
        </p:spPr>
        <p:txBody>
          <a:bodyPr vert="horz" lIns="0" tIns="0" rIns="0" bIns="0" rtlCol="0" anchor="t">
            <a:normAutofit/>
          </a:bodyPr>
          <a:lstStyle/>
          <a:p>
            <a:endParaRPr lang="en-US"/>
          </a:p>
        </p:txBody>
      </p:sp>
      <p:sp>
        <p:nvSpPr>
          <p:cNvPr id="4" name="Slide Number 3"/>
          <p:cNvSpPr>
            <a:spLocks noGrp="1"/>
          </p:cNvSpPr>
          <p:nvPr>
            <p:ph type="sldNum" idx="12" sz="quarter"/>
          </p:nvPr>
        </p:nvSpPr>
        <p:spPr>
          <a:xfrm>
            <a:off x="10134295" y="6263640"/>
            <a:ext cx="1371600" cy="274320"/>
          </a:xfrm>
        </p:spPr>
        <p:txBody>
          <a:bodyPr vert="horz" lIns="0" tIns="0" rIns="0" bIns="0" rtlCol="0" anchor="t">
            <a:normAutofit/>
          </a:bodyPr>
          <a:lstStyle>
            <a:lvl1pPr algn="r"/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40080"/>
            <a:ext cx="10789920" cy="1188720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>
          <a:xfrm>
            <a:off x="685800" y="2103120"/>
            <a:ext cx="10789920" cy="3840480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text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idx="2" sz="quarter"/>
          </p:nvPr>
        </p:nvSpPr>
        <p:spPr>
          <a:xfrm>
            <a:off x="685800" y="6263640"/>
            <a:ext cx="2286000" cy="274320"/>
          </a:xfr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4999"/>
              </a:lnSpc>
              <a:spcBef>
                <a:spcPts val="0"/>
              </a:spcBef>
              <a:buNone/>
              <a:defRPr lang="en-US" sz="1000" b="0" kern="1200">
                <a:solidFill>
                  <a:schemeClr val="tx2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r>
              <a:rPr lang="en-US"/>
              <a:t/>
            </a:r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idx="3" sz="quarter"/>
          </p:nvPr>
        </p:nvSpPr>
        <p:spPr>
          <a:xfrm>
            <a:off x="4023360" y="6263640"/>
            <a:ext cx="4114800" cy="274320"/>
          </a:xfr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4999"/>
              </a:lnSpc>
              <a:spcBef>
                <a:spcPts val="0"/>
              </a:spcBef>
              <a:buNone/>
              <a:defRPr lang="en-US" sz="1000" b="0" kern="1200">
                <a:solidFill>
                  <a:schemeClr val="tx2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r>
              <a:rPr lang="en-US"/>
              <a:t/>
            </a:r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idx="4" sz="quarter"/>
          </p:nvPr>
        </p:nvSpPr>
        <p:spPr>
          <a:xfrm>
            <a:off x="10134295" y="6263640"/>
            <a:ext cx="1371600" cy="274320"/>
          </a:xfrm>
        </p:spPr>
        <p:txBody>
          <a:bodyPr vert="horz" lIns="0" tIns="0" rIns="0" bIns="0" rtlCol="0" anchor="t">
            <a:normAutofit/>
          </a:bodyPr>
          <a:lstStyle>
            <a:lvl1pPr marL="0" indent="0" algn="r" defTabSz="914400" rtl="0" eaLnBrk="1" latinLnBrk="0" hangingPunct="1">
              <a:lnSpc>
                <a:spcPct val="114999"/>
              </a:lnSpc>
              <a:spcBef>
                <a:spcPts val="0"/>
              </a:spcBef>
              <a:buNone/>
              <a:defRPr lang="en-US" sz="1000" b="0" kern="1200">
                <a:solidFill>
                  <a:schemeClr val="tx2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marL="0" indent="0" algn="l" defTabSz="914400" rtl="0" eaLnBrk="1" latinLnBrk="0" hangingPunct="1">
        <a:lnSpc>
          <a:spcPct val="95000"/>
        </a:lnSpc>
        <a:spcBef>
          <a:spcPts val="0"/>
        </a:spcBef>
        <a:buNone/>
        <a:defRPr lang="en-US" sz="4000" b="0" kern="1200" spc="-8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800"/>
        </a:spcBef>
        <a:buNone/>
        <a:defRPr lang="en-US"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20000"/>
        </a:lnSpc>
        <a:spcBef>
          <a:spcPts val="800"/>
        </a:spcBef>
        <a:buNone/>
        <a:defRPr lang="en-US" sz="1800" b="0" kern="1200">
          <a:solidFill>
            <a:schemeClr val="tx2"/>
          </a:solidFill>
          <a:latin typeface="+mn-lt"/>
          <a:ea typeface="+mn-ea"/>
          <a:cs typeface="+mn-cs"/>
        </a:defRPr>
      </a:lvl2pPr>
      <a:lvl3pPr marL="548640" indent="0" algn="l" defTabSz="914400" rtl="0" eaLnBrk="1" latinLnBrk="0" hangingPunct="1">
        <a:lnSpc>
          <a:spcPct val="120000"/>
        </a:lnSpc>
        <a:spcBef>
          <a:spcPts val="800"/>
        </a:spcBef>
        <a:buNone/>
        <a:defRPr lang="en-US" sz="1600" b="0" kern="1200">
          <a:solidFill>
            <a:schemeClr val="tx2"/>
          </a:solidFill>
          <a:latin typeface="+mn-lt"/>
          <a:ea typeface="+mn-ea"/>
          <a:cs typeface="+mn-cs"/>
        </a:defRPr>
      </a:lvl3pPr>
      <a:lvl4pPr marL="822960" indent="0" algn="l" defTabSz="914400" rtl="0" eaLnBrk="1" latinLnBrk="0" hangingPunct="1">
        <a:lnSpc>
          <a:spcPct val="120000"/>
        </a:lnSpc>
        <a:spcBef>
          <a:spcPts val="800"/>
        </a:spcBef>
        <a:buNone/>
        <a:defRPr lang="en-US" sz="1400" b="0" kern="1200">
          <a:solidFill>
            <a:schemeClr val="tx2"/>
          </a:solidFill>
          <a:latin typeface="+mn-lt"/>
          <a:ea typeface="+mn-ea"/>
          <a:cs typeface="+mn-cs"/>
        </a:defRPr>
      </a:lvl4pPr>
      <a:lvl5pPr marL="1097280" indent="0" algn="l" defTabSz="914400" rtl="0" eaLnBrk="1" latinLnBrk="0" hangingPunct="1">
        <a:lnSpc>
          <a:spcPct val="120000"/>
        </a:lnSpc>
        <a:spcBef>
          <a:spcPts val="800"/>
        </a:spcBef>
        <a:buNone/>
        <a:defRPr lang="en-US" sz="1200" b="0" kern="1200">
          <a:solidFill>
            <a:schemeClr val="tx2"/>
          </a:solidFill>
          <a:latin typeface="+mn-lt"/>
          <a:ea typeface="+mn-ea"/>
          <a:cs typeface="+mn-cs"/>
        </a:defRPr>
      </a:lvl5pPr>
      <a:lvl6pPr marL="1371600" indent="0" algn="l" defTabSz="914400" rtl="0" eaLnBrk="1" latinLnBrk="0" hangingPunct="1">
        <a:lnSpc>
          <a:spcPct val="120000"/>
        </a:lnSpc>
        <a:spcBef>
          <a:spcPts val="800"/>
        </a:spcBef>
        <a:buNone/>
        <a:defRPr lang="en-US" sz="1200" b="0" kern="1200">
          <a:solidFill>
            <a:schemeClr val="tx2"/>
          </a:solidFill>
          <a:latin typeface="+mn-lt"/>
          <a:ea typeface="+mn-ea"/>
          <a:cs typeface="+mn-cs"/>
        </a:defRPr>
      </a:lvl6pPr>
      <a:lvl7pPr marL="1645920" indent="0" algn="l" defTabSz="914400" rtl="0" eaLnBrk="1" latinLnBrk="0" hangingPunct="1">
        <a:lnSpc>
          <a:spcPct val="120000"/>
        </a:lnSpc>
        <a:spcBef>
          <a:spcPts val="800"/>
        </a:spcBef>
        <a:buNone/>
        <a:defRPr lang="en-US" sz="1200" b="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0" algn="l" defTabSz="914400" rtl="0" eaLnBrk="1" latinLnBrk="0" hangingPunct="1">
        <a:lnSpc>
          <a:spcPct val="120000"/>
        </a:lnSpc>
        <a:spcBef>
          <a:spcPts val="800"/>
        </a:spcBef>
        <a:buNone/>
        <a:defRPr lang="en-US" sz="1200" b="0" kern="1200">
          <a:solidFill>
            <a:schemeClr val="tx2"/>
          </a:solidFill>
          <a:latin typeface="+mn-lt"/>
          <a:ea typeface="+mn-ea"/>
          <a:cs typeface="+mn-cs"/>
        </a:defRPr>
      </a:lvl8pPr>
      <a:lvl9pPr marL="2194560" indent="0" algn="l" defTabSz="914400" rtl="0" eaLnBrk="1" latinLnBrk="0" hangingPunct="1">
        <a:lnSpc>
          <a:spcPct val="120000"/>
        </a:lnSpc>
        <a:spcBef>
          <a:spcPts val="800"/>
        </a:spcBef>
        <a:buNone/>
        <a:defRPr lang="en-US" sz="1200" b="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indent="0" algn="l" defTabSz="914400" rtl="0" eaLnBrk="1" latinLnBrk="0" hangingPunct="1">
        <a:lnSpc>
          <a:spcPct val="114999"/>
        </a:lnSpc>
        <a:spcBef>
          <a:spcPts val="0"/>
        </a:spcBef>
        <a:buNone/>
        <a:defRPr lang="en-US" sz="1800" b="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slide" Target="slide2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651760"/>
            <a:ext cx="6126480" cy="2651760"/>
          </a:xfrm>
        </p:spPr>
        <p:txBody>
          <a:bodyPr/>
          <a:lstStyle/>
          <a:p>
            <a:r>
              <a:rPr sz="5800"/>
              <a:t>Motion that carries meaning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5486400"/>
            <a:ext cx="6035040" cy="731520"/>
          </a:xfrm>
        </p:spPr>
        <p:txBody>
          <a:bodyPr/>
          <a:lstStyle/>
          <a:p>
            <a:r>
              <a:t>Animated PowerPoint, built from code and checked in PowerPoint.</a:t>
            </a:r>
          </a:p>
        </p:txBody>
      </p:sp>
      <p:pic>
        <p:nvPicPr>
          <p:cNvPr id="5" name="!!hero" descr="Night traffic drawn as light trails on a curved city road" title="img:hero|query:light trails long exposure|pexels:18473029"/>
          <p:cNvPicPr>
            <a:picLocks noChangeAspect="1"/>
          </p:cNvPicPr>
          <p:nvPr/>
        </p:nvPicPr>
        <p:blipFill>
          <a:blip r:embed="rId2"/>
          <a:srcRect l="3" r="3"/>
          <a:stretch>
            <a:fillRect/>
          </a:stretch>
        </p:blipFill>
        <p:spPr>
          <a:xfrm>
            <a:off x="7315200" y="0"/>
            <a:ext cx="4876495" cy="6858000"/>
          </a:xfrm>
          <a:prstGeom prst="rect">
            <a:avLst/>
          </a:prstGeom>
        </p:spPr>
      </p:pic>
      <p:sp>
        <p:nvSpPr>
          <p:cNvPr id="6" name="!!pop"/>
          <p:cNvSpPr/>
          <p:nvPr/>
        </p:nvSpPr>
        <p:spPr>
          <a:xfrm>
            <a:off x="685800" y="685800"/>
            <a:ext cx="384048" cy="384048"/>
          </a:xfrm>
          <a:prstGeom prst="rect">
            <a:avLst/>
          </a:prstGeom>
          <a:solidFill>
            <a:srgbClr val="E25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decel="5000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decel="5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Morph moves the eye</a:t>
            </a:r>
          </a:p>
        </p:txBody>
      </p:sp>
      <p:pic>
        <p:nvPicPr>
          <p:cNvPr id="4" name="!!hero" descr="Night traffic drawn as light trails on a curved city road" title="img:hero|query:light trails long exposure|pexels:18473029"/>
          <p:cNvPicPr>
            <a:picLocks noChangeAspect="1"/>
          </p:cNvPicPr>
          <p:nvPr/>
        </p:nvPicPr>
        <p:blipFill>
          <a:blip r:embed="rId2"/>
          <a:srcRect t="865" b="865"/>
          <a:stretch>
            <a:fillRect/>
          </a:stretch>
        </p:blipFill>
        <p:spPr>
          <a:xfrm>
            <a:off x="7863840" y="914400"/>
            <a:ext cx="3639312" cy="5029200"/>
          </a:xfrm>
          <a:prstGeom prst="rect">
            <a:avLst/>
          </a:prstGeom>
        </p:spPr>
      </p:pic>
      <p:sp>
        <p:nvSpPr>
          <p:cNvPr id="5" name="!!pop"/>
          <p:cNvSpPr/>
          <p:nvPr/>
        </p:nvSpPr>
        <p:spPr>
          <a:xfrm>
            <a:off x="685800" y="1572768"/>
            <a:ext cx="1188720" cy="82296"/>
          </a:xfrm>
          <a:prstGeom prst="rect">
            <a:avLst/>
          </a:prstGeom>
          <a:solidFill>
            <a:srgbClr val="E25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64922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2100" b="0">
                <a:solidFill>
                  <a:srgbClr val="141416"/>
                </a:solidFill>
                <a:latin typeface="Work Sans"/>
              </a:rPr>
              <a:t>Give an object the same name on two slides, starting with two exclamation marks.</a:t>
            </a:r>
          </a:p>
          <a:p>
            <a:pPr algn="l">
              <a:lnSpc>
                <a:spcPct val="120000"/>
              </a:lnSpc>
              <a:spcBef>
                <a:spcPts val="1400"/>
              </a:spcBef>
            </a:pPr>
            <a:r>
              <a:rPr sz="2100" b="0">
                <a:solidFill>
                  <a:srgbClr val="141416"/>
                </a:solidFill>
                <a:latin typeface="Work Sans"/>
              </a:rPr>
              <a:t>PowerPoint animates the position, size, crop and colour in between. No timeline to build.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8920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800" b="0">
                <a:solidFill>
                  <a:srgbClr val="4A4A4F"/>
                </a:solidFill>
                <a:latin typeface="IBM Plex Mono"/>
              </a:rPr>
              <a:t>!!hero    !!pop</a:t>
            </a:r>
          </a:p>
        </p:txBody>
      </p:sp>
      <p:sp>
        <p:nvSpPr>
          <p:cNvPr id="8" name="Slide Number 4"/>
          <p:cNvSpPr>
            <a:spLocks noGrp="1"/>
          </p:cNvSpPr>
          <p:nvPr>
            <p:ph type="sldNum" idx="12" sz="quarter"/>
          </p:nvPr>
        </p:nvSpPr>
        <p:spPr>
          <a:xfrm>
            <a:off x="10134295" y="6263640"/>
            <a:ext cx="1371600" cy="274320"/>
          </a:xfrm>
        </p:spPr>
        <p:txBody>
          <a:bodyPr vert="horz" lIns="0" tIns="0" rIns="0" bIns="0" rtlCol="0" anchor="t">
            <a:normAutofit/>
          </a:bodyPr>
          <a:lstStyle>
            <a:lvl1pPr algn="r"/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ecel="5000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decel="5000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150"/>
                            </p:stCondLst>
                            <p:childTnLst>
                              <p:par>
                                <p:cTn id="12" presetID="10" presetClass="entr" presetSubtype="0" decel="5000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kinds of motion, one job each</a:t>
            </a:r>
          </a:p>
        </p:txBody>
      </p:sp>
      <p:sp>
        <p:nvSpPr>
          <p:cNvPr id="3" name="!!pop"/>
          <p:cNvSpPr/>
          <p:nvPr/>
        </p:nvSpPr>
        <p:spPr>
          <a:xfrm>
            <a:off x="685800" y="2167128"/>
            <a:ext cx="82296" cy="713232"/>
          </a:xfrm>
          <a:prstGeom prst="rect">
            <a:avLst/>
          </a:prstGeom>
          <a:solidFill>
            <a:srgbClr val="E25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148840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3600" b="0" spc="-50">
                <a:solidFill>
                  <a:srgbClr val="141416"/>
                </a:solidFill>
                <a:latin typeface="Clash Display"/>
              </a:rPr>
              <a:t>Entrance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2148840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000" b="0">
                <a:solidFill>
                  <a:srgbClr val="4A4A4F"/>
                </a:solidFill>
                <a:latin typeface="Work Sans"/>
              </a:rPr>
              <a:t>Brings in the point you are about to make.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291840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3600" b="0" spc="-50">
                <a:solidFill>
                  <a:srgbClr val="141416"/>
                </a:solidFill>
                <a:latin typeface="Clash Display"/>
              </a:rPr>
              <a:t>Emphasis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3291840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000" b="0">
                <a:solidFill>
                  <a:srgbClr val="4A4A4F"/>
                </a:solidFill>
                <a:latin typeface="Work Sans"/>
              </a:rPr>
              <a:t>Points at what matters while you talk.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434840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3600" b="0" spc="-50">
                <a:solidFill>
                  <a:srgbClr val="141416"/>
                </a:solidFill>
                <a:latin typeface="Clash Display"/>
              </a:rPr>
              <a:t>Exit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4434840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000" b="0">
                <a:solidFill>
                  <a:srgbClr val="4A4A4F"/>
                </a:solidFill>
                <a:latin typeface="Work Sans"/>
              </a:rPr>
              <a:t>Clears what you have finished with.</a:t>
            </a:r>
          </a:p>
        </p:txBody>
      </p:sp>
      <p:sp>
        <p:nvSpPr>
          <p:cNvPr id="10" name="Slide Number 4"/>
          <p:cNvSpPr>
            <a:spLocks noGrp="1"/>
          </p:cNvSpPr>
          <p:nvPr>
            <p:ph type="sldNum" idx="12" sz="quarter"/>
          </p:nvPr>
        </p:nvSpPr>
        <p:spPr>
          <a:xfrm>
            <a:off x="10134295" y="6263640"/>
            <a:ext cx="1371600" cy="274320"/>
          </a:xfrm>
        </p:spPr>
        <p:txBody>
          <a:bodyPr vert="horz" lIns="0" tIns="0" rIns="0" bIns="0" rtlCol="0" anchor="t">
            <a:normAutofit/>
          </a:bodyPr>
          <a:lstStyle>
            <a:lvl1pPr algn="r"/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decel="5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166667 E" pathEditMode="relative" ptsTypes="">
                                      <p:cBhvr>
                                        <p:cTn id="16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entr" presetSubtype="0" decel="5000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decel="5000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166667 L 0 0.333333 E" pathEditMode="relative" ptsTypes="">
                                      <p:cBhvr>
                                        <p:cTn id="2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entr" presetSubtype="0" decel="5000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decel="5000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6" presetClass="emph" presetSubtype="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1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3" grpId="0" animBg="1"/>
      <p:bldP spid="6" grpId="0"/>
      <p:bldP spid="7" grpId="0"/>
      <p:bldP spid="3" grpId="1" animBg="1"/>
      <p:bldP spid="8" grpId="0"/>
      <p:bldP spid="9" grpId="0"/>
      <p:bldP spid="6" grpId="1"/>
      <p:bldP spid="8" grpId="1"/>
      <p:bldP spid="9" grpId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Each click is a short score</a:t>
            </a:r>
          </a:p>
        </p:txBody>
      </p:sp>
      <p:sp>
        <p:nvSpPr>
          <p:cNvPr id="3" name="!!pop"/>
          <p:cNvSpPr/>
          <p:nvPr/>
        </p:nvSpPr>
        <p:spPr>
          <a:xfrm>
            <a:off x="685800" y="1572768"/>
            <a:ext cx="1188720" cy="82296"/>
          </a:xfrm>
          <a:prstGeom prst="rect">
            <a:avLst/>
          </a:prstGeom>
          <a:solidFill>
            <a:srgbClr val="E25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85800" y="2103120"/>
          <a:ext cx="786384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052560" y="2240280"/>
            <a:ext cx="246888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700" b="0">
                <a:solidFill>
                  <a:srgbClr val="4A4A4F"/>
                </a:solidFill>
                <a:latin typeface="Work Sans"/>
              </a:rPr>
              <a:t>Seconds from each click on the previous slide.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sz="1700" b="0">
                <a:solidFill>
                  <a:srgbClr val="4A4A4F"/>
                </a:solidFill>
                <a:latin typeface="Work Sans"/>
              </a:rPr>
              <a:t>With previous overlaps. After previous waits for the end.</a:t>
            </a:r>
          </a:p>
        </p:txBody>
      </p:sp>
      <p:sp>
        <p:nvSpPr>
          <p:cNvPr id="6" name="Slide Number 4"/>
          <p:cNvSpPr>
            <a:spLocks noGrp="1"/>
          </p:cNvSpPr>
          <p:nvPr>
            <p:ph type="sldNum" idx="12" sz="quarter"/>
          </p:nvPr>
        </p:nvSpPr>
        <p:spPr>
          <a:xfrm>
            <a:off x="10134295" y="6263640"/>
            <a:ext cx="1371600" cy="274320"/>
          </a:xfrm>
        </p:spPr>
        <p:txBody>
          <a:bodyPr vert="horz" lIns="0" tIns="0" rIns="0" bIns="0" rtlCol="0" anchor="t">
            <a:normAutofit/>
          </a:bodyPr>
          <a:lstStyle>
            <a:lvl1pPr algn="r"/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decel="5000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100"/>
                            </p:stCondLst>
                            <p:childTnLst>
                              <p:par>
                                <p:cTn id="9" presetID="10" presetClass="entr" presetSubtype="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  <p:bldP spid="5" grpId="0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Zoom jumps in, then comes back</a:t>
            </a:r>
          </a:p>
        </p:txBody>
      </p:sp>
      <p:sp>
        <p:nvSpPr>
          <p:cNvPr id="3" name="!!pop"/>
          <p:cNvSpPr/>
          <p:nvPr/>
        </p:nvSpPr>
        <p:spPr>
          <a:xfrm>
            <a:off x="685800" y="1572768"/>
            <a:ext cx="1188720" cy="82296"/>
          </a:xfrm>
          <a:prstGeom prst="rect">
            <a:avLst/>
          </a:prstGeom>
          <a:solidFill>
            <a:srgbClr val="E25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5486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2100" b="0">
                <a:solidFill>
                  <a:srgbClr val="141416"/>
                </a:solidFill>
                <a:latin typeface="Work Sans"/>
              </a:rPr>
              <a:t>Click the frame to zoom into slide 2.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2100" b="0">
                <a:solidFill>
                  <a:srgbClr val="141416"/>
                </a:solidFill>
                <a:latin typeface="Work Sans"/>
              </a:rPr>
              <a:t>Then the show comes back here.</a:t>
            </a:r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5" name="Slide Zoom 5"/>
              <p:cNvGraphicFramePr>
                <a:graphicFrameLocks noGrp="1" noChangeAspect="1"/>
              </p:cNvGraphicFramePr>
              <p:nvPr/>
            </p:nvGraphicFramePr>
            <p:xfrm>
              <a:off x="6400800" y="2240280"/>
              <a:ext cx="5105095" cy="2871616"/>
            </p:xfrm>
            <a:graphic>
              <a:graphicData uri="http://schemas.microsoft.com/office/powerpoint/2016/slidezoom">
                <pslz:sldZm>
                  <pslz:sldZmObj sldId="257">
                    <pslz:zmPr xmlns:p166="http://schemas.microsoft.com/office/powerpoint/2016/6/main" id="{18495502-7699-4339-BF84-DC564804CBDA}" returnToParent="1" transitionDur="1000">
                      <p166:blipFill>
                        <a:blip r:embed="rId2"/>
                        <a:stretch>
                          <a:fillRect/>
                        </a:stretch>
                      </p166:blipFill>
                      <p166:spPr>
                        <a:xfrm>
                          <a:off x="6400800" y="2240280"/>
                          <a:ext cx="5105095" cy="2871616"/>
                        </a:xfrm>
                        <a:prstGeom prst="rect">
                          <a:avLst/>
                        </a:prstGeom>
                        <a:ln w="3175">
                          <a:solidFill>
                            <a:srgbClr val="E3E3DF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5" name="Slide Zoom 5">
                <a:hlinkClick r:id="rId3" action="ppaction://hlinksldjump"/>
              </p:cNvPr>
              <p:cNvPicPr>
                <a:picLocks noGrp="1" noRot="1"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400800" y="2240280"/>
                <a:ext cx="5105095" cy="2871616"/>
              </a:xfrm>
              <a:prstGeom prst="rect">
                <a:avLst/>
              </a:prstGeom>
              <a:ln w="3175">
                <a:solidFill>
                  <a:srgbClr val="E3E3DF"/>
                </a:solidFill>
              </a:ln>
            </p:spPr>
          </p:pic>
        </mc:Fallback>
      </mc:AlternateContent>
      <p:sp>
        <p:nvSpPr>
          <p:cNvPr id="6" name="Rule trigger"/>
          <p:cNvSpPr txBox="1"/>
          <p:nvPr/>
        </p:nvSpPr>
        <p:spPr>
          <a:xfrm>
            <a:off x="685800" y="416052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600" b="0">
                <a:solidFill>
                  <a:srgbClr val="E2522B"/>
                </a:solidFill>
                <a:latin typeface="IBM Plex Mono"/>
              </a:rPr>
              <a:t>Why does it come back?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70916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800" b="0">
                <a:solidFill>
                  <a:srgbClr val="4A4A4F"/>
                </a:solidFill>
                <a:latin typeface="Work Sans"/>
              </a:rPr>
              <a:t>Return to zoom is on, so slide 2 hands control back to this slide.</a:t>
            </a:r>
          </a:p>
        </p:txBody>
      </p:sp>
      <p:sp>
        <p:nvSpPr>
          <p:cNvPr id="8" name="Slide Number 4"/>
          <p:cNvSpPr>
            <a:spLocks noGrp="1"/>
          </p:cNvSpPr>
          <p:nvPr>
            <p:ph type="sldNum" idx="12" sz="quarter"/>
          </p:nvPr>
        </p:nvSpPr>
        <p:spPr>
          <a:xfrm>
            <a:off x="10134295" y="6263640"/>
            <a:ext cx="1371600" cy="274320"/>
          </a:xfrm>
        </p:spPr>
        <p:txBody>
          <a:bodyPr vert="horz" lIns="0" tIns="0" rIns="0" bIns="0" rtlCol="0" anchor="t">
            <a:normAutofit/>
          </a:bodyPr>
          <a:lstStyle>
            <a:lvl1pPr algn="r"/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20" y="640080"/>
            <a:ext cx="6675120" cy="1188720"/>
          </a:xfrm>
        </p:spPr>
        <p:txBody>
          <a:bodyPr/>
          <a:lstStyle/>
          <a:p>
            <a:r>
              <a:t>What only PowerPoint plays</a:t>
            </a:r>
          </a:p>
        </p:txBody>
      </p:sp>
      <p:pic>
        <p:nvPicPr>
          <p:cNvPr id="4" name="Projector photo" descr="A projector beam cutting through a dark room" title="img:beam|query:projector light beam dark room|pexels:20728625"/>
          <p:cNvPicPr>
            <a:picLocks noChangeAspect="1"/>
          </p:cNvPicPr>
          <p:nvPr/>
        </p:nvPicPr>
        <p:blipFill>
          <a:blip r:embed="rId2"/>
          <a:srcRect l="8" r="8"/>
          <a:stretch>
            <a:fillRect/>
          </a:stretch>
        </p:blipFill>
        <p:spPr>
          <a:xfrm>
            <a:off x="0" y="0"/>
            <a:ext cx="420624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46320" y="2331720"/>
            <a:ext cx="333756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200" b="0">
                <a:solidFill>
                  <a:srgbClr val="141416"/>
                </a:solidFill>
                <a:latin typeface="Clash Display"/>
              </a:rPr>
              <a:t>Any viewer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1900" b="0">
                <a:solidFill>
                  <a:srgbClr val="4A4A4F"/>
                </a:solidFill>
                <a:latin typeface="Work Sans"/>
              </a:rPr>
              <a:t>Layouts, theme colours and fonts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1900" b="0">
                <a:solidFill>
                  <a:srgbClr val="4A4A4F"/>
                </a:solidFill>
                <a:latin typeface="Work Sans"/>
              </a:rPr>
              <a:t>Speaker notes and sections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1900" b="0">
                <a:solidFill>
                  <a:srgbClr val="4A4A4F"/>
                </a:solidFill>
                <a:latin typeface="Work Sans"/>
              </a:rPr>
              <a:t>Charts and links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66760" y="2331720"/>
            <a:ext cx="333756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2200" b="0">
                <a:solidFill>
                  <a:srgbClr val="141416"/>
                </a:solidFill>
                <a:latin typeface="Clash Display"/>
              </a:rPr>
              <a:t>PowerPoint only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sz="1900" b="0">
                <a:solidFill>
                  <a:srgbClr val="4A4A4F"/>
                </a:solidFill>
                <a:latin typeface="Work Sans"/>
              </a:rPr>
              <a:t>Morph and Slide Zoom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sz="1900" b="0">
                <a:solidFill>
                  <a:srgbClr val="4A4A4F"/>
                </a:solidFill>
                <a:latin typeface="Work Sans"/>
              </a:rPr>
              <a:t>Animation timing and triggers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sz="1900" b="0">
                <a:solidFill>
                  <a:srgbClr val="4A4A4F"/>
                </a:solidFill>
                <a:latin typeface="Work Sans"/>
              </a:rPr>
              <a:t>Media that plays by itself</a:t>
            </a:r>
          </a:p>
        </p:txBody>
      </p:sp>
      <p:sp>
        <p:nvSpPr>
          <p:cNvPr id="7" name="!!pop"/>
          <p:cNvSpPr/>
          <p:nvPr/>
        </p:nvSpPr>
        <p:spPr>
          <a:xfrm>
            <a:off x="8366760" y="2103120"/>
            <a:ext cx="1188720" cy="82296"/>
          </a:xfrm>
          <a:prstGeom prst="rect">
            <a:avLst/>
          </a:prstGeom>
          <a:solidFill>
            <a:srgbClr val="E25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lide Number 4"/>
          <p:cNvSpPr>
            <a:spLocks noGrp="1"/>
          </p:cNvSpPr>
          <p:nvPr>
            <p:ph type="sldNum" idx="12" sz="quarter"/>
          </p:nvPr>
        </p:nvSpPr>
        <p:spPr>
          <a:xfrm>
            <a:off x="10134295" y="6263640"/>
            <a:ext cx="1371600" cy="274320"/>
          </a:xfrm>
        </p:spPr>
        <p:txBody>
          <a:bodyPr vert="horz" lIns="0" tIns="0" rIns="0" bIns="0" rtlCol="0" anchor="t">
            <a:normAutofit/>
          </a:bodyPr>
          <a:lstStyle>
            <a:lvl1pPr algn="r"/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pop"/>
          <p:cNvSpPr/>
          <p:nvPr/>
        </p:nvSpPr>
        <p:spPr>
          <a:xfrm>
            <a:off x="7315200" y="0"/>
            <a:ext cx="4876495" cy="6858000"/>
          </a:xfrm>
          <a:prstGeom prst="rect">
            <a:avLst/>
          </a:prstGeom>
          <a:solidFill>
            <a:srgbClr val="E25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286000"/>
            <a:ext cx="6035040" cy="21945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4600" b="0" spc="-100">
                <a:solidFill>
                  <a:srgbClr val="141416"/>
                </a:solidFill>
                <a:latin typeface="Clash Display"/>
              </a:rPr>
              <a:t>Build it, render it, then watch it in PowerPoint.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709160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500" b="0">
                <a:solidFill>
                  <a:srgbClr val="4A4A4F"/>
                </a:solidFill>
                <a:latin typeface="IBM Plex Mono"/>
              </a:rPr>
              <a:t>Z:\Claude\.claude\skills\decksmith</a:t>
            </a:r>
          </a:p>
        </p:txBody>
      </p:sp>
      <p:sp>
        <p:nvSpPr>
          <p:cNvPr id="5" name="Back to start">
            <a:hlinkClick action="ppaction://hlinksldjump" r:id="rId2"/>
          </p:cNvPr>
          <p:cNvSpPr/>
          <p:nvPr/>
        </p:nvSpPr>
        <p:spPr>
          <a:xfrm>
            <a:off x="685800" y="5394960"/>
            <a:ext cx="2468880" cy="566928"/>
          </a:xfrm>
          <a:prstGeom prst="rect">
            <a:avLst/>
          </a:prstGeom>
          <a:solidFill>
            <a:srgbClr val="14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r>
              <a:rPr sz="1600">
                <a:solidFill>
                  <a:srgbClr val="F3F3F1"/>
                </a:solidFill>
                <a:latin typeface="Work Sans"/>
              </a:rPr>
              <a:t>Back to the start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decel="5000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300"/>
                            </p:stCondLst>
                            <p:childTnLst>
                              <p:par>
                                <p:cTn id="11" presetID="10" presetClass="entr" presetSubtype="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decel="5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</p:bldLst>
  </p:timing>
</p:sld>
</file>

<file path=ppt/theme/theme1.xml><?xml version="1.0" encoding="utf-8"?>
<a:theme xmlns:a="http://schemas.openxmlformats.org/drawingml/2006/main" name="decksmith Signal">
  <a:themeElements>
    <a:clrScheme name="decksmith Signal">
      <a:dk1>
        <a:srgbClr val="141416"/>
      </a:dk1>
      <a:lt1>
        <a:srgbClr val="F3F3F1"/>
      </a:lt1>
      <a:dk2>
        <a:srgbClr val="4A4A4F"/>
      </a:dk2>
      <a:lt2>
        <a:srgbClr val="E3E3DF"/>
      </a:lt2>
      <a:accent1>
        <a:srgbClr val="E2522B"/>
      </a:accent1>
      <a:accent2>
        <a:srgbClr val="8A8A90"/>
      </a:accent2>
      <a:accent3>
        <a:srgbClr val="C9C9C4"/>
      </a:accent3>
      <a:accent4>
        <a:srgbClr val="2F2F33"/>
      </a:accent4>
      <a:accent5>
        <a:srgbClr val="F0A48E"/>
      </a:accent5>
      <a:accent6>
        <a:srgbClr val="B33B1B"/>
      </a:accent6>
      <a:hlink>
        <a:srgbClr val="E2522B"/>
      </a:hlink>
      <a:folHlink>
        <a:srgbClr val="4A4A4F"/>
      </a:folHlink>
    </a:clrScheme>
    <a:fontScheme name="decksmith Signal">
      <a:majorFont>
        <a:latin typeface="Clash Display" panose="020F0302020204030204"/>
        <a:ea typeface=""/>
        <a:cs typeface=""/>
      </a:majorFont>
      <a:minorFont>
        <a:latin typeface="Work Sans" panose="020F0502020204030204"/>
        <a:ea typeface=""/>
        <a:cs typeface="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cksmith Signal">
  <a:themeElements>
    <a:clrScheme name="decksmith Signal">
      <a:dk1>
        <a:srgbClr val="141416"/>
      </a:dk1>
      <a:lt1>
        <a:srgbClr val="F3F3F1"/>
      </a:lt1>
      <a:dk2>
        <a:srgbClr val="4A4A4F"/>
      </a:dk2>
      <a:lt2>
        <a:srgbClr val="E3E3DF"/>
      </a:lt2>
      <a:accent1>
        <a:srgbClr val="E2522B"/>
      </a:accent1>
      <a:accent2>
        <a:srgbClr val="8A8A90"/>
      </a:accent2>
      <a:accent3>
        <a:srgbClr val="C9C9C4"/>
      </a:accent3>
      <a:accent4>
        <a:srgbClr val="2F2F33"/>
      </a:accent4>
      <a:accent5>
        <a:srgbClr val="F0A48E"/>
      </a:accent5>
      <a:accent6>
        <a:srgbClr val="B33B1B"/>
      </a:accent6>
      <a:hlink>
        <a:srgbClr val="E2522B"/>
      </a:hlink>
      <a:folHlink>
        <a:srgbClr val="4A4A4F"/>
      </a:folHlink>
    </a:clrScheme>
    <a:fontScheme name="decksmith Signal">
      <a:majorFont>
        <a:latin typeface="Clash Display"/>
        <a:ea typeface=""/>
        <a:cs typeface=""/>
      </a:majorFont>
      <a:minorFont>
        <a:latin typeface="Work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Panoramiczny</PresentationFormat>
  <Paragraphs>0</Paragraphs>
  <Slides>0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Motyw pakietu Office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decksmith demo</dc:title>
  <dc:creator/>
  <cp:lastModifiedBy/>
  <cp:revision>1</cp:revision>
  <dcterms:created xsi:type="dcterms:W3CDTF">2026-10-16T10:17:11Z</dcterms:created>
  <dcterms:modified xsi:type="dcterms:W3CDTF">2026-10-16T10:17:11Z</dcterms:modified>
</cp:coreProperties>
</file>