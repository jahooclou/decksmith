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4B3498-4EB9-F3E1-8ECC-566BA1DA2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D1838DF-0E1F-F4DD-69D4-702210C28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A6346F9-2B8A-A007-2346-0C1C50B3B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A2A4D6C-E08A-49B7-4479-E04F06E2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D1E1A6-F9D6-7EB5-000B-8EA92A4C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300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606366-CB68-C7F0-CF8D-441B5BA1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9E6A99-9180-DFA6-EA39-205A13A9C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96CAFC-CAFF-61FC-F674-DD6CBE55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9280D7-445E-1567-71AA-65F0440F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55AE22F-88DC-F8C3-197F-5431C05B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848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D904C9-B515-CE2B-3582-310B9FDC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17F0187-66B2-A708-3CFA-0B173A9B8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B1F8DE-4330-4D0C-FBED-BF7F7548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AC62A9-B9F0-2386-051A-5EA78690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0BBDF35-E166-897C-9A66-CF304FCD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253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ECE5E6-EDE3-34DF-A210-0BD17C7E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9284A8-E01B-415E-0D84-EBE27B9F3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C2A5E05-B781-20C1-CD9F-2766271DB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66511DD-554A-BF70-E59E-9ABCF8CD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ACC9CFF-8497-2476-5900-66E378A9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CD0F39-B851-C186-B09A-33138B9F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8340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276BC-1997-D0E0-5FED-A61AE7F1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81DECAD-4096-DCCC-3BF4-A954065BD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D526CF9-BB15-78B2-8965-C6FEA9F1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1D7F615-5E50-8D48-56C0-51249AA69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FDF3E67-B78B-5A66-8489-FB45E752F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8513B06-B573-EB85-6F96-DC4A1E6E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F5B38F7-D1E2-280C-21D6-ECF54409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CC89EE3-8BF9-9F19-8F73-F135CE8D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897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91A0D8-459B-F276-8AAA-B4D55E21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95B4E47-753C-6D09-EDE6-27487174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2CD6485-CBF1-3610-253D-11560D06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9C63AF9-BAA7-404A-9857-70E6ACAB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515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55ABF63-BCDF-BB6C-2E0B-99215425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ACE58A3-DC3D-31FC-3663-ADA129DD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AB7ECE3-BC99-727F-6B4E-638945E5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34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917AB9-66ED-EE77-8273-A37BADF40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64F3EA-729E-7A7E-D8F9-903E94392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F8C6333-AC8B-0B33-A90E-566C850ED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679793B-16AF-5F9B-A205-597D14C0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B12595A-5487-21FF-285C-3DF34C4A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497F885-B5F3-8501-AB11-DD78EEEB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974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C55CC8-7F0F-BA3E-8286-CF92FDBB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8993779-55B2-0FF7-0877-2EAE05FDA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A723306-59D3-E3DE-8A16-36A679EE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621E23E-B984-8F1C-421C-0DF02BC9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E5AB178-F08B-9564-A20A-42154615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A6A71F9-C5ED-52BF-5D6B-EE847C99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437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796223-58D1-77CE-053B-2FBDCAAE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0BF572E-0723-369D-4E87-E262777BD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7A26E80-CE9E-41FC-85DC-919FDF76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7CD3D7-861E-C0A4-ABA2-A86335E2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AE6A3A6-0DEA-937F-DA64-E72468D3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924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C2F7B7E-BDFE-225F-F5BC-CCF4ED880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5B95575-404E-F071-0CAE-A9F35FE7A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1FE955-833B-8EC1-9034-2B334E54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3B0F77-6E51-813E-21B9-C14FBAD2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B1AE50-2790-E350-7CFE-AC16CA15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76670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DF2B06C-0870-4B0A-C38E-9AD16058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0AA1AF6-E6DB-95D5-7454-92393B987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76435BE-21BB-4F1D-67F2-46C245509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A3396-D713-4AB6-9BF3-B6E17D891DCD}" type="datetimeFigureOut">
              <a:rPr lang="pl-PL" smtClean="0"/>
              <a:t>16.10.2026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F51D02-72B7-D840-3FDB-50B392B95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B2C9E1-7097-36A1-8B01-53B7B439B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FA598-EDF6-4E8A-9518-35F07097BE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2399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Motyw pakietu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2026-10-16T10:17:11Z</dcterms:created>
  <dcterms:modified xsi:type="dcterms:W3CDTF">2026-10-16T10:17:11Z</dcterms:modified>
</cp:coreProperties>
</file>